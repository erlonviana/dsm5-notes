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62894-173E-6177-E303-4EFC5BF43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2DB282-E002-7FCA-FDF9-A22FB10D7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9FA3AF-B482-529F-DD2F-2A41FAD84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D7E74-E655-4837-99CF-353EFA395D2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88A33C-F1FB-6998-9854-802F338FA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05512D-C237-8403-7A16-A57357AEC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4C9-0146-4848-B9EB-A0033A464D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45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37D0F-C584-935B-699F-C54B243E7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0B58CB-4EF2-2DB8-FA8A-DB8377F03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3A247E-3DF0-311F-75B2-AC30D55FF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D7E74-E655-4837-99CF-353EFA395D2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E6893F-E1DF-6EC3-FBD7-9531B22D5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50294E-D680-A8D6-ACD7-B1C40A6FD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4C9-0146-4848-B9EB-A0033A464D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735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B9EB5-59C0-C7E3-864B-F58B9BEB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89172D-9674-CD65-5DDE-ACF046BA2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833D39-705B-6100-3BDE-289A3209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D7E74-E655-4837-99CF-353EFA395D2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9F7E3A-F117-23EE-B2A0-D4420DB5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2A74C0-FB3F-7FC5-60EB-0C4C75F0A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4C9-0146-4848-B9EB-A0033A464D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91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A04ED-F1A6-3834-4B0D-AF9CE6890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E23874-B7EA-4A14-6FAB-0F61FDFEB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9B7904-9F15-775A-AAC0-CD1B522A4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97487F-5A53-B811-89EA-EC6BD611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D7E74-E655-4837-99CF-353EFA395D2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578934-15CB-DB87-F80C-FE6F4C73B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695E19-3F80-E316-F463-6E3D3A2E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4C9-0146-4848-B9EB-A0033A464D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3690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1E43B-1472-DF21-E7C1-2AFA170D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A0ED25-7D91-DBFE-F25B-1C6D737A8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8D1D8D-67BF-23C8-8731-0E031CEED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1FDE900-E788-BE8B-3DD7-60B3F827B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C4A7DA6-0550-0B69-C51D-6D6B3A310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E2DB0D6-DBDC-16A6-4FE7-417913A35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D7E74-E655-4837-99CF-353EFA395D2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B5417B2-BC5F-449B-378A-6EB31C54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D6E075E-C902-BC1D-7966-B016111BA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4C9-0146-4848-B9EB-A0033A464D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9899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A141C-8C8C-4459-F32F-67187BA6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BEF2D6-27BA-0E15-029D-BF3930576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D7E74-E655-4837-99CF-353EFA395D2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39F5173-5CB8-74D3-66A2-4773F0E8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D38620D-AFCB-762A-C240-8055FE831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4C9-0146-4848-B9EB-A0033A464D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9408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3F20181-158A-A62A-DC74-F4B41607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D7E74-E655-4837-99CF-353EFA395D2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606BC2C-A2B8-3CC1-DBED-BBEE0E0B5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4A37D6-B7F2-F8DB-75E8-14784D4D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4C9-0146-4848-B9EB-A0033A464D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937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503D5-1A68-B872-1F6D-F05271288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0A28EF-3178-F274-5730-E4DE198A8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A3AA28-08D1-04E1-B88D-DED906CBE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3325F9-D566-795F-6951-73C977D57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D7E74-E655-4837-99CF-353EFA395D2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97B879-AC76-591F-47FC-4EA61E94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259D4A-E1E2-FE9E-4040-B0C8A396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4C9-0146-4848-B9EB-A0033A464D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8658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FADF8-3DB5-4E50-3DA4-F86C02D2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E75C173-F8D7-7C84-9491-B01251232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92835D8-EA3D-B185-F896-00D301D52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1AB4D8-FFD2-6B8B-A7E5-9D104A47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D7E74-E655-4837-99CF-353EFA395D2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B712AB-FCB0-F16C-40CB-08D663FF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574FE3-6B6E-74F2-27B5-553E6E932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4C9-0146-4848-B9EB-A0033A464D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152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2A183-87C4-C332-E878-618DA551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08FD58D-A5C3-2AFB-6918-063853346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2D6D3B-EAEF-E96B-7E7B-78BA4B5BE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D7E74-E655-4837-99CF-353EFA395D2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8B30DB-6324-27D3-9108-04B8FFE93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F93141-D0C8-EE32-F3A6-D8CE52EAF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4C9-0146-4848-B9EB-A0033A464D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54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AA788D-1C10-30E5-8CB2-8E7980795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5E8D1FE-5906-675A-369A-7424A3285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C7916C-F32F-8779-6D3C-1DA88650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D7E74-E655-4837-99CF-353EFA395D2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DC0E3C-5BF9-829C-907A-44136FE07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5C96AB-7065-BEFD-D4CE-631F91E0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4C9-0146-4848-B9EB-A0033A464D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4000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F03A98A-F0D4-54EE-CA11-DBDE5C6D6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ABB59F-2F91-20DA-B17A-27C70C5DF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CEDD1B-8AD8-8116-15B7-3D2D51CFF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D7E74-E655-4837-99CF-353EFA395D2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8817DF-1B03-9C3C-C2F3-429612CFEC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4F48D8-DCE7-316F-4831-7C72A9B06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C34C9-0146-4848-B9EB-A0033A464D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378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AE90B-EB53-EE11-D630-B5FD069887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423348-2E5B-0FFC-C9A1-1EA49F06AF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A7E678-90FD-D646-EE96-1A8C861D7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8" y="0"/>
            <a:ext cx="12118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55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15E35-5403-AE69-C9DE-0C888112E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C2DB97-CED5-DD39-14B8-CEC302B33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3FD73C-B17D-D3AD-4693-208515057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4194"/>
            <a:ext cx="12192000" cy="586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9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8CBF9-ACEB-C4FC-1871-6380EE8AD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8F0800-5099-E0CB-6E5D-6E2592618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F96E71-7A16-08F8-8A81-7A3C148C6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614"/>
            <a:ext cx="12192000" cy="660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BC11E-53F1-3C53-8A5E-BFE6397B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7FB6C6-F46D-008A-B9E9-F33BF7C5D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4A67316-43E7-22DC-FA2A-5BA3DEEA3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61" y="733049"/>
            <a:ext cx="9326277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0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7BDDE0-E9C4-3EA0-4760-5338B6603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716FB7-9ED5-BAFE-B484-8F4B53259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E73BD1-8FFB-F1A7-95A3-EEF5A38DA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" y="0"/>
            <a:ext cx="121787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72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FF327-4738-7A7C-7C72-8FC4BD65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86467B-4864-CB22-97E5-65184033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4EB61C0-139E-D716-F558-A2855CDED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70" y="0"/>
            <a:ext cx="9816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387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B4A2B-DEA1-A4FC-8BB5-EF17F697D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A150AA-A289-6AA2-9BD8-5495DC90F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889AD2-725E-5420-B4AC-00B3743C8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2" y="471074"/>
            <a:ext cx="10317015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974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01BC3-843F-47E0-EC53-A433F055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31BE1C-9DFA-F388-A6B3-4EE1E5E07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FFC3187-84E3-4044-4E96-4D8C8AF6E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74" y="0"/>
            <a:ext cx="104270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55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EAC9E-F0AA-032A-B517-A268FE06E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04DEC7-8BD4-28B1-85A8-F0D0282B4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79817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DSM5</dc:creator>
  <cp:lastModifiedBy>DSM5</cp:lastModifiedBy>
  <cp:revision>1</cp:revision>
  <dcterms:created xsi:type="dcterms:W3CDTF">2026-10-15T01:33:16Z</dcterms:created>
  <dcterms:modified xsi:type="dcterms:W3CDTF">2026-10-15T01:33:42Z</dcterms:modified>
</cp:coreProperties>
</file>